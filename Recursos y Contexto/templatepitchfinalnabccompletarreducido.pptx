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016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168" y="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82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modern_tech_presentation_batch_1.png"/>
          <p:cNvPicPr>
            <a:picLocks noChangeAspect="1"/>
          </p:cNvPicPr>
          <p:nvPr/>
        </p:nvPicPr>
        <p:blipFill>
          <a:blip r:embed="rId3"/>
          <a:srcRect l="26625" r="26625"/>
          <a:stretch/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594360" y="117043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A43"/>
                </a:solidFill>
              </a:rPr>
              <a:t>Pitch Final de Proyecto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94360" y="18470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D7A"/>
                </a:solidFill>
              </a:rPr>
              <a:t>Template NABC + Demo funcional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" y="277977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[Nombre del proyecto]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[Equipo]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[Curso · Fecha]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828032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EEF8F8"/>
          </a:solidFill>
          <a:ln w="6350">
            <a:solidFill>
              <a:srgbClr val="B6E3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40664" y="4956048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D7A"/>
                </a:solidFill>
              </a:rPr>
              <a:t>Objetivo: convencer con problema, solución, evidencia y demostración operativa.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B76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Need 1/2 · Necesidad que justifica el proyecto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Definan el problema antes de hablar del modelo, la app o la arquitectura.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25880" y="1426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Necesidad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Completen con una formulación estricta: usuario afectado, tarea crítica, fricción actual, costo de no resolverlo y evidencia que respalda el problema.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65392" y="153619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Usuario principal: [quién usa o decide]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3317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65392" y="254203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Dolor actual: [qué tarea falla / tarda / es riesgosa]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3375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65392" y="354787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Evidencia: [dato, entrevista, prueba del PoC, ejemplo real]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434340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65392" y="455371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Consecuencia: [qué ocurre si no se resuelve]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Eviten comenzar con “hicimos un chatbot”. El problema debe existir aunque la IA no exista.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Need 2/2 · Evidencia del problema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Muestren por qué vale la pena resolverlo ahora.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Incluyan una evidencia mínima. Puede ser una medición del proceso, un ejemplo de usuario, una tasa de error, una demora promedio o un caso de decisión donde hoy falta información.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0392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Situación actual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4231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9432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Dolor observable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3880" y="24231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48472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Criterio de éxito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127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[Cómo se resuelve hoy]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[Herramientas o proceso manual]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127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[Dónde se pierde tiempo, calidad o trazabilidad]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[Ejemplo concreto]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127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[Qué debería mejorar para considerar exitoso el proyecto]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[Métrica o comportamiento]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0749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EEF8F8"/>
          </a:solidFill>
          <a:ln w="6350">
            <a:solidFill>
              <a:srgbClr val="B6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60704" y="5202936"/>
            <a:ext cx="9948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D7A"/>
                </a:solidFill>
              </a:rPr>
              <a:t>Frase de cierre: “Por eso este proyecto no busca usar IA en abstracto; busca reducir [dolor] en [usuario]”.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Approach 1/2 · Enfoque de solución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Presenten el sistema como una respuesta directa a la necesidad.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98448" y="1591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Enfoque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Nuestra solución es [nombre del sistema], un [tipo de sistema] que permite a [usuario] realizar [tarea crítica] usando [modelo/agente/tools/datos] y entregando [salida verificable].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4663440" cy="3749040"/>
          </a:xfrm>
          <a:prstGeom prst="roundRect">
            <a:avLst>
              <a:gd name="adj" fmla="val 195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84848" y="1618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Decisiones que deben quedar explícitas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139696"/>
            <a:ext cx="40690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Modelo usado: [proveedor/modelo]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Capacidades: [tools / RAG / SQL / API]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Interfaz: [notebook / Streamlit / web]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Salida: [respuesta, recomendación, reporte, acción]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Política de incertidumbre: [qué hace cuando no sabe]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La audiencia debe entender qué hace el sistema y qué no hace, sin entrar todavía en todos los detalles del código.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Approach 2/2 · Arquitectura y procesamiento de datos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La arquitectura convierte las decisiones del caso de uso en un producto ejecutable.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pic>
        <p:nvPicPr>
          <p:cNvPr id="7" name="Image 0" descr="/mnt/data/a_clean_modern_isometric_3d_layered_infographic_batch_3.png"/>
          <p:cNvPicPr>
            <a:picLocks noChangeAspect="1"/>
          </p:cNvPicPr>
          <p:nvPr/>
        </p:nvPicPr>
        <p:blipFill>
          <a:blip r:embed="rId3"/>
          <a:srcRect t="4047" b="4047"/>
          <a:stretch/>
        </p:blipFill>
        <p:spPr>
          <a:xfrm>
            <a:off x="594360" y="1517904"/>
            <a:ext cx="530352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48132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46520" y="169164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Fuente de verdad: [CSV / SQLite / documentos / API]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25856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Procesamiento: [limpieza, chunking, embeddings, validación]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303580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46520" y="324612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Tools / MCP: [capacidades disponibles y límites]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381304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46520" y="402336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Agente: [prompt, reglas, selección de tools]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459028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46520" y="480060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Interfaz: [cómo interactúa el usuario final]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No basta con mostrar logos. Expliquen flujo: entrada del usuario → agente → tools → datos → respuesta con evidencia.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Benefit · Valor relativo al esfuerzo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No presenten solo beneficios. Expliquen qué mejora y a qué costo.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98448" y="1591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Beneficio / costo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3957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El beneficio debe compararse contra el costo de implementación, mantenimiento, datos, uso del modelo y adopción del usuario. Una solución técnicamente sofisticada no es buena si el costo supera el valor demostrado.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26280" y="3246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75320" y="3246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6012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55A"/>
                </a:solidFill>
              </a:rPr>
              <a:t>Valor esperado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A44"/>
                </a:solidFill>
              </a:rPr>
              <a:t>[tiempo ahorrado, mejor decisión, trazabilidad, calidad]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</a:rPr>
              <a:t>Costo / esfuerzo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6592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A44"/>
                </a:solidFill>
              </a:rPr>
              <a:t>[datos, API, mantención, errores, seguridad, capacitación]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7A"/>
                </a:solidFill>
              </a:rPr>
              <a:t>Relación final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A44"/>
                </a:solidFill>
              </a:rPr>
              <a:t>[por qué el beneficio supera el costo en este alcance]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Incluyan una métrica aunque sea preliminar: antes/después, tiempo, precisión, cobertura, satisfacción o reducción de pasos.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Competence · Ventaja y credibilidad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Expliquen por qué esta solución puede competir con alternativas.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98448" y="1591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Competencia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3317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Competence no significa “somos los mejores”. Significa que el equipo entiende el dominio, las alternativas y las restricciones, y puede justificar por qué su enfoque es defendible.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75120" y="1627632"/>
            <a:ext cx="4526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3A44"/>
                </a:solidFill>
              </a:rPr>
              <a:t>Alternativa 1: [proceso manual / dashboard / búsqueda / sistema existente]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5120" y="2816352"/>
            <a:ext cx="4526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3A44"/>
                </a:solidFill>
              </a:rPr>
              <a:t>Ventaja del proyecto: [más rápido / trazable / específico / automatizado]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37033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4005072"/>
            <a:ext cx="4526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3A44"/>
                </a:solidFill>
              </a:rPr>
              <a:t>Limitación reconocida: [riesgo, dato faltante, dependencia, sesgo]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EEF8F8"/>
          </a:solidFill>
          <a:ln w="6350">
            <a:solidFill>
              <a:srgbClr val="B6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23544" y="5020056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D7A"/>
                </a:solidFill>
              </a:rPr>
              <a:t>La credibilidad aumenta cuando reconocen límites y muestran cómo los controlan.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81A2A"/>
          </a:solidFill>
          <a:ln w="12700">
            <a:solidFill>
              <a:srgbClr val="081A2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a_wide_high_resolution_modern_tech_presentation_batch_1.png"/>
          <p:cNvPicPr>
            <a:picLocks noChangeAspect="1"/>
          </p:cNvPicPr>
          <p:nvPr/>
        </p:nvPicPr>
        <p:blipFill>
          <a:blip r:embed="rId3"/>
          <a:srcRect l="25687" r="25687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430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Introducción al demo funcional</a:t>
            </a:r>
          </a:p>
        </p:txBody>
      </p:sp>
      <p:sp>
        <p:nvSpPr>
          <p:cNvPr id="5" name="Text 2"/>
          <p:cNvSpPr/>
          <p:nvPr/>
        </p:nvSpPr>
        <p:spPr>
          <a:xfrm>
            <a:off x="804672" y="1938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7F7FF"/>
                </a:solidFill>
              </a:rPr>
              <a:t>Vamos a demostrar: [capacidad crítica del sistema]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294436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Criterios que observará la audiencia: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[1] Usa la fuente correcta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[2] Responde con evidencia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[3] Reconoce límites sin inventar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[4] El usuario puede operar el sistema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D4"/>
                </a:solidFill>
              </a:rPr>
              <a:t>Pausar presentación y abrir sistema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Microsoft Macintosh PowerPoint</Application>
  <PresentationFormat>Panorámica</PresentationFormat>
  <Paragraphs>101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Final de Proyecto · NABC + Demo</dc:title>
  <dc:subject>Template presentación final proyecto con NABC y demo funcional</dc:subject>
  <dc:creator>AI Project</dc:creator>
  <cp:lastModifiedBy>ignacio zambrano</cp:lastModifiedBy>
  <cp:revision>2</cp:revision>
  <dcterms:created xsi:type="dcterms:W3CDTF">2026-07-02T14:36:11Z</dcterms:created>
  <dcterms:modified xsi:type="dcterms:W3CDTF">2026-07-03T00:19:54Z</dcterms:modified>
</cp:coreProperties>
</file>